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A5AD1-913E-4056-B3AF-7DB3567C9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C197BD-BBBC-4997-BEEB-6319965A4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0FB0C-E91C-45DA-93B7-333295E0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939AC2-F218-4028-9C07-87CF2E1F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B9225-DC48-474A-AD9E-18157702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45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BD20C-C666-4610-8C63-A3AA219A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D9E4C-591E-4DE0-80EE-7F903EB5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5C8DA1-ABA6-46BE-A669-9243EF7C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2E51D5-2F38-4084-9057-1F6B3083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32E59-2442-425D-A189-5D81B05A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24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6A4C5-9C0B-4E6E-B023-E5B68468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36F516-C2E9-44EC-A5F4-DCAACA9C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2106FA-3D5D-4711-ACB8-29824F72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FE73C-0868-4555-87F1-E3CEC902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F191A-B1CF-4A60-AD4D-F7584A1E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04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75E05-1735-488D-A830-17FB7827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CB880-B16A-45B3-AC85-B83300657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4A7338-D3B2-4309-AC0C-F3CCE835C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82BC2B-7C4E-4C27-8052-DAC6CF00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A84A50-4EAB-430E-9E8A-66B7E27E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485D25-5E24-4D6D-B94B-895A96AC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2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89D93-69ED-4F61-A1DA-4CA37EF2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6DE25-ABE9-4467-9BC1-096FB6FD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083FF0-EB59-4CE0-B3B5-8557AF7C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52C0A8-AB3D-4734-B341-F8C929BE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07AD74-15F1-4E6A-865B-D6541DBD1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52FB11-6B13-44F9-A2BC-61EB2EC3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D50525-68AD-4160-A2D6-C64CB526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F8C1DD-95CA-4658-8D93-7B1ABCDD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81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98B84-BA45-4EF0-B6A4-CE95FF1F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017B03-EA50-4CBB-97F6-042F6260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82120F-0855-4E20-BF6D-B5F0BC4D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A29827-E6CE-41A1-A061-F87C5774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3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9A3CC6-0142-4651-8E05-8700DECC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81C28B-8EAF-4AC4-9B24-61EF8534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42F14-7E60-48AB-97CB-C650B8E9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25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57930-2677-4369-9C8E-53776DE6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E1C04-6E1C-444D-B53D-C22708FC5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290318-CC48-46B6-86F4-E6728F3BE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F45200-3E44-49B1-A869-2C808243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E1AC95-8646-4FDC-ACA3-E98E474E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FF1D4D-657C-4904-B54A-EA5F259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40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3472D-772A-43FE-B6F6-0ED23007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04BDC1-2AAB-4799-8BE5-58C73C0B2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F488A9-061C-4ACC-8DEE-6659B41CA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73F1C-3CA4-4EAE-BCFA-BA2548CE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1CBCA4-D6E5-464B-93DF-A3F18700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9FF71-DD06-4E37-A761-590556C2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93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075F4-149A-4A01-AE0B-F3C38064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9E9B36-2BC3-451F-ACA9-A3931D149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2382-5667-4214-BC35-2940203A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16FA6-46C8-455A-A995-40F2DDD9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99DD5F-0F07-44D8-B93B-0D00717D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5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056705-9E77-4C97-B3DE-C0A2BEDCD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E4C453-5941-48D4-B47A-CF95E9348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CBADF-BC99-4DDF-A760-96CE92EF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66069D-9A03-4F98-B1C3-87A0DD30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B6F805-C6C2-4655-92E4-6CD3B11B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95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E8F09D-9B7A-4DAC-B7B3-FD9E1D7E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E01BEC-1BCC-4875-A320-E253D1485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DA773-C3CC-485F-86D0-C74966684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DB33B-CDC7-412E-8172-B67D03850F2B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811C10-D80D-4D78-A766-5BDE6FA7E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9A807-2229-45F5-B1A4-C49E01B7C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4ACC-533F-4B3B-B595-DDA4D520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54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chloe1205/STUDY-MongoDB-&#49444;&#52824;&#48169;&#48277;-Community-Server" TargetMode="External"/><Relationship Id="rId2" Type="http://schemas.openxmlformats.org/officeDocument/2006/relationships/hyperlink" Target="https://www.mongodb.com/ko-kr/products/self-managed/community-edition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C9A71B-F208-4E5F-A71D-46B61640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MongoDB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882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DA88F-3400-4AE3-9F9B-54430BA1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3" y="72932"/>
            <a:ext cx="10515600" cy="1325563"/>
          </a:xfrm>
        </p:spPr>
        <p:txBody>
          <a:bodyPr/>
          <a:lstStyle/>
          <a:p>
            <a:r>
              <a:rPr lang="ko-KR" altLang="en-US" dirty="0"/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8A898-62E9-4EBB-A034-C1E61C06467A}"/>
              </a:ext>
            </a:extLst>
          </p:cNvPr>
          <p:cNvSpPr txBox="1"/>
          <p:nvPr/>
        </p:nvSpPr>
        <p:spPr>
          <a:xfrm>
            <a:off x="609601" y="958753"/>
            <a:ext cx="8749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https://www.mongodb.com/ko-kr/products/self-managed/community-edition</a:t>
            </a:r>
            <a:endParaRPr lang="en-US" altLang="ko-KR" dirty="0"/>
          </a:p>
          <a:p>
            <a:r>
              <a:rPr lang="ko-KR" altLang="en-US" dirty="0"/>
              <a:t>제품 </a:t>
            </a:r>
            <a:r>
              <a:rPr lang="en-US" altLang="ko-KR" dirty="0"/>
              <a:t>– </a:t>
            </a:r>
            <a:r>
              <a:rPr lang="ko-KR" altLang="en-US" dirty="0"/>
              <a:t>커뮤니티 에디션 </a:t>
            </a:r>
            <a:r>
              <a:rPr lang="en-US" altLang="ko-KR" dirty="0"/>
              <a:t>– </a:t>
            </a:r>
            <a:r>
              <a:rPr lang="ko-KR" altLang="en-US" dirty="0"/>
              <a:t>다운로드 밑에 </a:t>
            </a:r>
            <a:r>
              <a:rPr lang="ko-KR" altLang="en-US" dirty="0" err="1"/>
              <a:t>잘나와있음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https://velog.io/@chloe1205/STUDY-MongoDB-</a:t>
            </a:r>
            <a:r>
              <a:rPr lang="ko-KR" altLang="en-US" dirty="0">
                <a:hlinkClick r:id="rId3"/>
              </a:rPr>
              <a:t>설치방법</a:t>
            </a:r>
            <a:r>
              <a:rPr lang="en-US" altLang="ko-KR" dirty="0">
                <a:hlinkClick r:id="rId3"/>
              </a:rPr>
              <a:t>-Community-Server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75A845-76E7-4770-A42D-2F62D3BA6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422" y="2159082"/>
            <a:ext cx="9046826" cy="470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7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C9A71B-F208-4E5F-A71D-46B6164003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9623" y="2127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VSCODE </a:t>
            </a:r>
            <a:r>
              <a:rPr lang="ko-KR" altLang="en-US" sz="4000" dirty="0"/>
              <a:t>확장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76460E-FBAB-4DFA-A58F-9E400766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2" y="1376924"/>
            <a:ext cx="9592236" cy="51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76BBFB-9C79-4BD1-89B5-982D90F4C899}"/>
              </a:ext>
            </a:extLst>
          </p:cNvPr>
          <p:cNvSpPr txBox="1"/>
          <p:nvPr/>
        </p:nvSpPr>
        <p:spPr>
          <a:xfrm>
            <a:off x="1972235" y="2671482"/>
            <a:ext cx="2716306" cy="757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E29859-8540-46EB-803E-439025BD2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80"/>
            <a:ext cx="12192000" cy="64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C9A71B-F208-4E5F-A71D-46B6164003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MongoDB</a:t>
            </a:r>
            <a:r>
              <a:rPr lang="ko-KR" altLang="en-US" dirty="0"/>
              <a:t>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D0621-558E-4BB7-BEA3-E46456DFE978}"/>
              </a:ext>
            </a:extLst>
          </p:cNvPr>
          <p:cNvSpPr txBox="1"/>
          <p:nvPr/>
        </p:nvSpPr>
        <p:spPr>
          <a:xfrm>
            <a:off x="143435" y="1443317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MongoDB</a:t>
            </a:r>
            <a:r>
              <a:rPr lang="ko-KR" altLang="en-US" dirty="0"/>
              <a:t>는 </a:t>
            </a:r>
            <a:r>
              <a:rPr lang="en-US" altLang="ko-KR" b="1" dirty="0"/>
              <a:t>NoSQL </a:t>
            </a:r>
            <a:r>
              <a:rPr lang="ko-KR" altLang="en-US" b="1" dirty="0"/>
              <a:t>데이터베이스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데이터를 </a:t>
            </a:r>
            <a:r>
              <a:rPr lang="en-US" altLang="ko-KR" b="1" dirty="0"/>
              <a:t>JSON</a:t>
            </a:r>
            <a:r>
              <a:rPr lang="ko-KR" altLang="en-US" b="1" dirty="0"/>
              <a:t>과 유사한 </a:t>
            </a:r>
            <a:r>
              <a:rPr lang="en-US" altLang="ko-KR" b="1" dirty="0"/>
              <a:t>BSON </a:t>
            </a:r>
            <a:r>
              <a:rPr lang="ko-KR" altLang="en-US" b="1" dirty="0"/>
              <a:t>형태</a:t>
            </a:r>
            <a:r>
              <a:rPr lang="ko-KR" altLang="en-US" dirty="0"/>
              <a:t>로 저장한다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테이블 대신 </a:t>
            </a:r>
            <a:r>
              <a:rPr lang="ko-KR" altLang="en-US" b="1" dirty="0"/>
              <a:t>문서</a:t>
            </a:r>
            <a:r>
              <a:rPr lang="en-US" altLang="ko-KR" b="1" dirty="0"/>
              <a:t>(Document)</a:t>
            </a:r>
            <a:r>
              <a:rPr lang="ko-KR" altLang="en-US" dirty="0"/>
              <a:t> 형태로 저장하며</a:t>
            </a:r>
            <a:r>
              <a:rPr lang="en-US" altLang="ko-KR" dirty="0"/>
              <a:t>, </a:t>
            </a:r>
            <a:r>
              <a:rPr lang="ko-KR" altLang="en-US" dirty="0"/>
              <a:t>스키마가 고정되어 있지 않아 </a:t>
            </a:r>
            <a:r>
              <a:rPr lang="ko-KR" altLang="en-US" b="1" dirty="0"/>
              <a:t>초기 설계가 자유롭다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42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08F3D2A-1F74-4AA2-ABC5-9AA4371ED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64230"/>
              </p:ext>
            </p:extLst>
          </p:nvPr>
        </p:nvGraphicFramePr>
        <p:xfrm>
          <a:off x="838200" y="1274915"/>
          <a:ext cx="10515600" cy="371139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297233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40953229"/>
                    </a:ext>
                  </a:extLst>
                </a:gridCol>
              </a:tblGrid>
              <a:tr h="10070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MongoDB (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Nosql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 (RDB :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관계형 데이터베이스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29365"/>
                  </a:ext>
                </a:extLst>
              </a:tr>
              <a:tr h="540871"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데이터베이스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(Database)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데이터베이스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(database)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0444"/>
                  </a:ext>
                </a:extLst>
              </a:tr>
              <a:tr h="540871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컬렉션 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Collection)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테이블 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table)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91764"/>
                  </a:ext>
                </a:extLst>
              </a:tr>
              <a:tr h="540871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Document) , BSON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행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row)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32197"/>
                  </a:ext>
                </a:extLst>
              </a:tr>
              <a:tr h="540871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필드 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Field)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열 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column)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90151"/>
                  </a:ext>
                </a:extLst>
              </a:tr>
              <a:tr h="540871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인덱스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Index)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인덱스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Index)</a:t>
                      </a:r>
                    </a:p>
                  </a:txBody>
                  <a:tcPr anchor="ctr">
                    <a:lnL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618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13F8D24-DE40-44AC-B993-BCB4892AD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97861"/>
            <a:ext cx="492955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MongoDB와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SQL(RDB) 용어 비교 정리 -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322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BAD780-680E-4686-928F-13788974A406}"/>
              </a:ext>
            </a:extLst>
          </p:cNvPr>
          <p:cNvSpPr txBox="1"/>
          <p:nvPr/>
        </p:nvSpPr>
        <p:spPr>
          <a:xfrm>
            <a:off x="3316941" y="2635624"/>
            <a:ext cx="7539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나머지는 </a:t>
            </a:r>
            <a:r>
              <a:rPr lang="en-US" altLang="ko-KR" sz="4000" dirty="0" err="1"/>
              <a:t>js</a:t>
            </a:r>
            <a:r>
              <a:rPr lang="ko-KR" altLang="en-US" sz="4000" dirty="0"/>
              <a:t>파일에서 설명</a:t>
            </a:r>
          </a:p>
        </p:txBody>
      </p:sp>
    </p:spTree>
    <p:extLst>
      <p:ext uri="{BB962C8B-B14F-4D97-AF65-F5344CB8AC3E}">
        <p14:creationId xmlns:p14="http://schemas.microsoft.com/office/powerpoint/2010/main" val="152130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142</Words>
  <Application>Microsoft Office PowerPoint</Application>
  <PresentationFormat>와이드스크린</PresentationFormat>
  <Paragraphs>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D2Coding</vt:lpstr>
      <vt:lpstr>맑은 고딕</vt:lpstr>
      <vt:lpstr>Arial</vt:lpstr>
      <vt:lpstr>Office 테마</vt:lpstr>
      <vt:lpstr>MongoDB </vt:lpstr>
      <vt:lpstr>설치</vt:lpstr>
      <vt:lpstr>VSCODE 확장</vt:lpstr>
      <vt:lpstr>PowerPoint 프레젠테이션</vt:lpstr>
      <vt:lpstr>MongoDB란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dohum kim</dc:creator>
  <cp:lastModifiedBy>dohum kim</cp:lastModifiedBy>
  <cp:revision>9</cp:revision>
  <dcterms:created xsi:type="dcterms:W3CDTF">2025-11-12T16:38:14Z</dcterms:created>
  <dcterms:modified xsi:type="dcterms:W3CDTF">2025-11-20T06:53:36Z</dcterms:modified>
</cp:coreProperties>
</file>